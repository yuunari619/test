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ドル円為替レート推移分析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2025年12月16日 〜 2026年1月16日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CC0000"/>
                </a:solidFill>
              </a:defRPr>
            </a:pPr>
            <a:r>
              <a:t>Key Message</a:t>
            </a:r>
          </a:p>
          <a:p>
            <a:pPr>
              <a:spcAft>
                <a:spcPts val="800"/>
              </a:spcAft>
              <a:defRPr sz="1600"/>
            </a:pPr>
            <a:r>
              <a:t>• 円安トレンドが明確に継続：1ヶ月間で154.82円から158.78円へ推移</a:t>
            </a:r>
          </a:p>
          <a:p>
            <a:pPr>
              <a:spcAft>
                <a:spcPts val="800"/>
              </a:spcAft>
              <a:defRPr sz="1600"/>
            </a:pPr>
            <a:r>
              <a:t>• 変動幅：+3.96円（+2.56%）の円安進行</a:t>
            </a:r>
          </a:p>
          <a:p>
            <a:pPr>
              <a:defRPr sz="1600"/>
            </a:pPr>
            <a:r>
              <a:t>• 2026年1月10日に年間高値158.87円を記録、その後も高水準を維持</a:t>
            </a:r>
          </a:p>
        </p:txBody>
      </p:sp>
      <p:pic>
        <p:nvPicPr>
          <p:cNvPr id="5" name="Picture 4" descr="usdjpy_chart_2025-12-16_to_2026-01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7680960" cy="3814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8080"/>
                </a:solidFill>
              </a:defRPr>
            </a:pPr>
            <a:r>
              <a:t>出典: 市場データに基づく分析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